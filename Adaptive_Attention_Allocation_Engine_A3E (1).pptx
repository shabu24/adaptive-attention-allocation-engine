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Adaptive Attention Allocation Engine (A3E)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AI-Native Notification Prioritization System</a:t>
            </a:r>
          </a:p>
          <a:p>
            <a:r>
              <a:rPr dirty="0">
                <a:solidFill>
                  <a:srgbClr val="0070C0"/>
                </a:solidFill>
              </a:rPr>
              <a:t>By </a:t>
            </a:r>
            <a:r>
              <a:rPr dirty="0" err="1">
                <a:solidFill>
                  <a:srgbClr val="0070C0"/>
                </a:solidFill>
              </a:rPr>
              <a:t>Shahabaaz</a:t>
            </a:r>
            <a:r>
              <a:rPr lang="en-US" dirty="0">
                <a:solidFill>
                  <a:srgbClr val="0070C0"/>
                </a:solidFill>
              </a:rPr>
              <a:t> Shaik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852"/>
    </mc:Choice>
    <mc:Fallback>
      <p:transition spd="slow" advTm="2085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receive excessive notifications daily</a:t>
            </a:r>
          </a:p>
          <a:p>
            <a:pPr lvl="1"/>
            <a:r>
              <a:t>Most notifications are poorly timed or irrelevant</a:t>
            </a:r>
          </a:p>
          <a:p>
            <a:pPr lvl="1"/>
            <a:r>
              <a:t>Frequent interruptions reduce productivity</a:t>
            </a:r>
          </a:p>
          <a:p>
            <a:pPr lvl="1"/>
            <a:r>
              <a:t>Traditional systems rank importance only</a:t>
            </a:r>
          </a:p>
          <a:p>
            <a:pPr lvl="1"/>
            <a:r>
              <a:t>They ignore interruption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Shift the question we ask</a:t>
            </a:r>
          </a:p>
          <a:p>
            <a:pPr lvl="1"/>
            <a:r>
              <a:t>Is this notification important?</a:t>
            </a:r>
          </a:p>
          <a:p>
            <a:pPr lvl="1"/>
            <a:r>
              <a:t>→ Is this notification worth interrupting the user now?</a:t>
            </a:r>
          </a:p>
          <a:p>
            <a:pPr lvl="1"/>
            <a:r>
              <a:t>Balance importance with attention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Notification enters system</a:t>
            </a:r>
          </a:p>
          <a:p>
            <a:pPr lvl="1"/>
            <a:r>
              <a:t>Feature extraction layer</a:t>
            </a:r>
          </a:p>
          <a:p>
            <a:pPr lvl="1"/>
            <a:r>
              <a:t>Importance prediction model</a:t>
            </a:r>
          </a:p>
          <a:p>
            <a:pPr lvl="1"/>
            <a:r>
              <a:t>Interruption cost model</a:t>
            </a:r>
          </a:p>
          <a:p>
            <a:pPr lvl="1"/>
            <a:r>
              <a:t>Attention allocation engine decides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1: Importance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Predicts how important a notification is for a user</a:t>
            </a:r>
          </a:p>
          <a:p>
            <a:pPr lvl="1"/>
            <a:r>
              <a:t>Uses sender interaction history</a:t>
            </a:r>
          </a:p>
          <a:p>
            <a:pPr lvl="1"/>
            <a:r>
              <a:t>NLP-based urgency detection</a:t>
            </a:r>
          </a:p>
          <a:p>
            <a:pPr lvl="1"/>
            <a:r>
              <a:t>Category and past behavior patterns</a:t>
            </a:r>
          </a:p>
          <a:p>
            <a:pPr lvl="1"/>
            <a:r>
              <a:t>Outputs importance score (0–1)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2: Interruption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Predicts how disruptive notification timing is</a:t>
            </a:r>
          </a:p>
          <a:p>
            <a:pPr lvl="1"/>
            <a:r>
              <a:t>Uses time of day and calendar context</a:t>
            </a:r>
          </a:p>
          <a:p>
            <a:pPr lvl="1"/>
            <a:r>
              <a:t>Analyzes app usage and typing activity</a:t>
            </a:r>
          </a:p>
          <a:p>
            <a:pPr lvl="1"/>
            <a:r>
              <a:t>Considers recent notification frequency</a:t>
            </a:r>
          </a:p>
          <a:p>
            <a:pPr lvl="1"/>
            <a:r>
              <a:t>Outputs interruption cost score (0–1)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Attention Allocation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Score = Importance Score − Interruption Cost</a:t>
            </a:r>
          </a:p>
          <a:p>
            <a:pPr lvl="1"/>
            <a:r>
              <a:t>High importance &amp; low interruption → Send now</a:t>
            </a:r>
          </a:p>
          <a:p>
            <a:pPr lvl="1"/>
            <a:r>
              <a:t>Medium importance &amp; high interruption → Delay</a:t>
            </a:r>
          </a:p>
          <a:p>
            <a:pPr lvl="1"/>
            <a:r>
              <a:t>Low importance &amp; high interruption → Batch or suppress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learns from user behavior</a:t>
            </a:r>
          </a:p>
          <a:p>
            <a:pPr lvl="1"/>
            <a:r>
              <a:t>Tracks opens, ignores, dismissals</a:t>
            </a:r>
          </a:p>
          <a:p>
            <a:pPr lvl="1"/>
            <a:r>
              <a:t>Uses reinforcement learning framework</a:t>
            </a:r>
          </a:p>
          <a:p>
            <a:pPr lvl="1"/>
            <a:r>
              <a:t>Optimizes timing and priority over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Event-driven notification ingestion</a:t>
            </a:r>
          </a:p>
          <a:p>
            <a:pPr lvl="1"/>
            <a:r>
              <a:t>Low-latency ML inference services</a:t>
            </a:r>
          </a:p>
          <a:p>
            <a:pPr lvl="1"/>
            <a:r>
              <a:t>Scalable microservices architecture</a:t>
            </a:r>
          </a:p>
          <a:p>
            <a:pPr lvl="1"/>
            <a:r>
              <a:t>Privacy-aware and on-device options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Approach Is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Moves beyond simple importance ranking</a:t>
            </a:r>
          </a:p>
          <a:p>
            <a:pPr lvl="1"/>
            <a:r>
              <a:t>Models human attention explicitly</a:t>
            </a:r>
          </a:p>
          <a:p>
            <a:pPr lvl="1"/>
            <a:r>
              <a:t>Reduces notification fatigue</a:t>
            </a:r>
          </a:p>
          <a:p>
            <a:pPr lvl="1"/>
            <a:r>
              <a:t>Improves long-term user experience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Notification delivery is an attention problem</a:t>
            </a:r>
          </a:p>
          <a:p>
            <a:pPr lvl="1"/>
            <a:r>
              <a:t>A3E balances importance and interruption cost</a:t>
            </a:r>
          </a:p>
          <a:p>
            <a:pPr lvl="1"/>
            <a:r>
              <a:t>Continuously learns user preferences</a:t>
            </a:r>
          </a:p>
          <a:p>
            <a:pPr lvl="1"/>
            <a:r>
              <a:t>Creates a smarter, user-centric notification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C6237D-23E4-8BCA-3A10-BB67B8D08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4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273</Words>
  <Application>Microsoft Office PowerPoint</Application>
  <PresentationFormat>On-screen Show (4:3)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Adaptive Attention Allocation Engine (A3E)</vt:lpstr>
      <vt:lpstr>Problem Statement</vt:lpstr>
      <vt:lpstr>Core Idea</vt:lpstr>
      <vt:lpstr>System Overview</vt:lpstr>
      <vt:lpstr>Model 1: Importance Prediction</vt:lpstr>
      <vt:lpstr>Model 2: Interruption Cost</vt:lpstr>
      <vt:lpstr>Attention Allocation Engine</vt:lpstr>
      <vt:lpstr>Learning Mechanism</vt:lpstr>
      <vt:lpstr>Real-World Deployment</vt:lpstr>
      <vt:lpstr>Why This Approach Is Different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</cp:lastModifiedBy>
  <cp:revision>4</cp:revision>
  <dcterms:created xsi:type="dcterms:W3CDTF">2013-01-27T09:14:16Z</dcterms:created>
  <dcterms:modified xsi:type="dcterms:W3CDTF">2026-02-27T11:15:12Z</dcterms:modified>
  <cp:category/>
</cp:coreProperties>
</file>